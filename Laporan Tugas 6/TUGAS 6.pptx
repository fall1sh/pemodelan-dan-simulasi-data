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31945-795A-476D-B4D6-7CFE83302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6168F-D172-4748-A7BA-B40557870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E2FD1-E8A1-4632-A740-2032CF311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CA5E7-3ADC-4422-A864-D0074653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E9657-BE02-49AC-BEFE-C7595592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289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FB0B8-5761-487B-9596-93B73D3E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BAC20-749C-4A32-9457-B053DF1E2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87CB-4028-4C09-BB10-CF72141E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0D456-7C15-4A1F-8001-A54D086AA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2D3D1-F2E5-455D-9FF2-25DA645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6822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11E2-CA7D-4C54-8474-F8D66743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E1013-C04C-49F9-85E9-B3EC58F78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39608-6E16-477E-8A22-410CF7CF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33FB3-7D04-49B1-8D01-E95863C9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DF014-4B31-4FF2-9C60-8FD0FC9D3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379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31FF-0158-4B19-A3E7-60F12F25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B2D6-70B5-4DBA-B876-01CD3BE3E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2A835-82FC-4D54-842B-F2B599774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3D02A-0D16-41C3-8B18-B1E477039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8AD3-4F1C-4450-9CA2-59B9E74BC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81523-5300-48FD-9424-EE092FF1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368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AE26-FC9B-4F3D-AEAB-7A4E8DC47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47197-5424-4D6C-8E38-01177F0E7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58E9D-96EF-4CB7-B10B-6AEC8E164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2EEB2-D04D-4C36-B64B-C169353FA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D137CA-318A-4EFA-A2EA-F3690A335C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7000C2-88EC-41E0-8ACE-C59C4E64A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F8FB3-5B87-4DBF-B621-97D7BEE08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E3DE3-5093-4A37-8DA2-CC81ABB24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338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A9699-6DA9-4539-AD26-1E97A229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43D65-BD76-4FCA-829A-9E70C3C6A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A448D-6F63-4532-87C5-564C4857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FDB5F-514A-4140-BC12-925809F9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511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6BC33-CD12-4EE1-9D1B-D7157F5ED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0510F5-47A1-424E-B87B-7F690BAA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2ABFC-D0DE-44B2-9206-02EFB91C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267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3909-FE3F-43A7-B79D-1DE063E2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0020E-5DCE-4683-A000-CBE8513C8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BBA47-068D-4285-8A1D-E3EDCBBD3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13221-4B0A-4015-B608-664235D5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0CA30-711B-48FB-B943-6E37CA970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60AF9-4F42-46A6-8EA9-958FCEC70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345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1C9C-0C21-4C80-B24C-5FAFB707A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E40C1B-863A-4117-8489-EFC55364A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A7127-CD2B-4795-A4AB-4148BF1FB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B13D4-D599-48A4-97D3-1A18A699E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1A574-FE44-4F29-BC17-D461AF642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E91A3-9D8C-4110-AD0D-8A564EA8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7959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5F54-82B8-4048-A062-73C6CD9AE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67167-AF8F-4545-B6F3-8D51DBE4B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49BCE-11E4-4122-B743-96571C35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3A57D-97F0-4CA4-99FA-2CE901257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65C3E-E43A-41A3-82DC-5B44C5B0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113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D4B6E3-C659-40CE-9F4B-0F699C98B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9B5F7-AE34-440E-90AC-9478463E5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275A3-8520-41B8-85B0-0A6142423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DAD8B-BFDB-4745-B522-747F4FC9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EDC9-1D03-43A9-AA10-F0CF7F0E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9283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2ADA3-122C-4D90-85DF-40D589B61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76418-DEE1-4104-AE89-C5DC6B637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341A4-B863-4428-A7CE-2EE302DBE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DDEEE-0C18-44FD-AD58-F79725E37C83}" type="datetimeFigureOut">
              <a:rPr lang="en-ID" smtClean="0"/>
              <a:t>09/04/2025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8436C-6483-42C4-8C7B-851934923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018D0-35C3-4AE7-AC97-EB64AADE8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A1BFC-E43E-46E2-8C28-C5C484B832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468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D63BC-5361-45B2-A01E-C7C70ABC7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360608"/>
            <a:ext cx="11539470" cy="61303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b="1" dirty="0"/>
              <a:t>1. </a:t>
            </a:r>
            <a:r>
              <a:rPr lang="en-ID" b="1" dirty="0" err="1"/>
              <a:t>Studi</a:t>
            </a:r>
            <a:r>
              <a:rPr lang="en-ID" b="1" dirty="0"/>
              <a:t> </a:t>
            </a:r>
            <a:r>
              <a:rPr lang="en-ID" b="1" dirty="0" err="1"/>
              <a:t>Kasus</a:t>
            </a:r>
            <a:r>
              <a:rPr lang="en-ID" b="1" dirty="0"/>
              <a:t>:</a:t>
            </a:r>
          </a:p>
          <a:p>
            <a:r>
              <a:rPr lang="en-ID" dirty="0" err="1"/>
              <a:t>Pilih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 (</a:t>
            </a:r>
            <a:r>
              <a:rPr lang="en-ID" dirty="0" err="1"/>
              <a:t>atau</a:t>
            </a:r>
            <a:r>
              <a:rPr lang="en-ID" dirty="0"/>
              <a:t> buat </a:t>
            </a:r>
            <a:r>
              <a:rPr lang="en-ID" dirty="0" err="1"/>
              <a:t>studi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persetujuan</a:t>
            </a:r>
            <a:r>
              <a:rPr lang="en-ID" dirty="0"/>
              <a:t> </a:t>
            </a:r>
            <a:r>
              <a:rPr lang="en-ID" dirty="0" err="1"/>
              <a:t>dosen</a:t>
            </a:r>
            <a:r>
              <a:rPr lang="en-ID" dirty="0"/>
              <a:t>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Kasus</a:t>
            </a:r>
            <a:r>
              <a:rPr lang="en-ID" b="1" dirty="0"/>
              <a:t> 1</a:t>
            </a:r>
            <a:r>
              <a:rPr lang="en-ID" dirty="0"/>
              <a:t>: Waktu </a:t>
            </a:r>
            <a:r>
              <a:rPr lang="en-ID" dirty="0" err="1"/>
              <a:t>kedatangan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di </a:t>
            </a:r>
            <a:r>
              <a:rPr lang="en-ID" dirty="0" err="1"/>
              <a:t>loket</a:t>
            </a:r>
            <a:r>
              <a:rPr lang="en-ID" dirty="0"/>
              <a:t> </a:t>
            </a:r>
            <a:r>
              <a:rPr lang="en-ID" dirty="0" err="1"/>
              <a:t>pelayanan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Kasus</a:t>
            </a:r>
            <a:r>
              <a:rPr lang="en-ID" b="1" dirty="0"/>
              <a:t> 2</a:t>
            </a:r>
            <a:r>
              <a:rPr lang="en-ID" dirty="0"/>
              <a:t>: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cacat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produksi</a:t>
            </a:r>
            <a:r>
              <a:rPr lang="en-ID" dirty="0"/>
              <a:t> </a:t>
            </a:r>
            <a:r>
              <a:rPr lang="en-ID" dirty="0" err="1"/>
              <a:t>harian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Kasus</a:t>
            </a:r>
            <a:r>
              <a:rPr lang="en-ID" b="1" dirty="0"/>
              <a:t> 3</a:t>
            </a:r>
            <a:r>
              <a:rPr lang="en-ID" dirty="0"/>
              <a:t>: Waktu </a:t>
            </a:r>
            <a:r>
              <a:rPr lang="en-ID" dirty="0" err="1"/>
              <a:t>pemrosesan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antrian</a:t>
            </a:r>
            <a:r>
              <a:rPr lang="en-ID" dirty="0"/>
              <a:t> online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Kasus</a:t>
            </a:r>
            <a:r>
              <a:rPr lang="en-ID" b="1" dirty="0"/>
              <a:t> 4</a:t>
            </a:r>
            <a:r>
              <a:rPr lang="en-ID" dirty="0"/>
              <a:t>: </a:t>
            </a:r>
            <a:r>
              <a:rPr lang="en-ID" dirty="0" err="1"/>
              <a:t>Permintaan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di toko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hari</a:t>
            </a:r>
            <a:endParaRPr lang="en-ID" dirty="0"/>
          </a:p>
          <a:p>
            <a:pPr marL="0" indent="0">
              <a:buNone/>
            </a:pPr>
            <a:r>
              <a:rPr lang="en-ID" b="1" dirty="0"/>
              <a:t>2. </a:t>
            </a:r>
            <a:r>
              <a:rPr lang="en-ID" b="1" dirty="0" err="1"/>
              <a:t>Analisis</a:t>
            </a:r>
            <a:r>
              <a:rPr lang="en-ID" b="1" dirty="0"/>
              <a:t> dan </a:t>
            </a:r>
            <a:r>
              <a:rPr lang="en-ID" b="1" dirty="0" err="1"/>
              <a:t>Pemilihan</a:t>
            </a:r>
            <a:r>
              <a:rPr lang="en-ID" b="1" dirty="0"/>
              <a:t> </a:t>
            </a:r>
            <a:r>
              <a:rPr lang="en-ID" b="1" dirty="0" err="1"/>
              <a:t>Distribusi</a:t>
            </a:r>
            <a:r>
              <a:rPr lang="en-ID" b="1" dirty="0"/>
              <a:t> </a:t>
            </a:r>
            <a:r>
              <a:rPr lang="en-ID" b="1" dirty="0" err="1"/>
              <a:t>Peluang</a:t>
            </a:r>
            <a:r>
              <a:rPr lang="en-ID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Tentukan</a:t>
            </a:r>
            <a:r>
              <a:rPr lang="en-ID" dirty="0"/>
              <a:t> </a:t>
            </a:r>
            <a:r>
              <a:rPr lang="en-ID" b="1" dirty="0" err="1"/>
              <a:t>jenis</a:t>
            </a:r>
            <a:r>
              <a:rPr lang="en-ID" b="1" dirty="0"/>
              <a:t> </a:t>
            </a:r>
            <a:r>
              <a:rPr lang="en-ID" b="1" dirty="0" err="1"/>
              <a:t>variabel</a:t>
            </a:r>
            <a:r>
              <a:rPr lang="en-ID" b="1" dirty="0"/>
              <a:t> </a:t>
            </a:r>
            <a:r>
              <a:rPr lang="en-ID" b="1" dirty="0" err="1"/>
              <a:t>acak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yang </a:t>
            </a:r>
            <a:r>
              <a:rPr lang="en-ID" dirty="0" err="1"/>
              <a:t>dipilih</a:t>
            </a:r>
            <a:r>
              <a:rPr lang="en-ID" dirty="0"/>
              <a:t> (</a:t>
            </a:r>
            <a:r>
              <a:rPr lang="en-ID" dirty="0" err="1"/>
              <a:t>diskrit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kontinu</a:t>
            </a:r>
            <a:r>
              <a:rPr lang="en-ID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Jelaskan</a:t>
            </a:r>
            <a:r>
              <a:rPr lang="en-ID" dirty="0"/>
              <a:t> dan </a:t>
            </a:r>
            <a:r>
              <a:rPr lang="en-ID" dirty="0" err="1"/>
              <a:t>pilih</a:t>
            </a:r>
            <a:r>
              <a:rPr lang="en-ID" dirty="0"/>
              <a:t> </a:t>
            </a:r>
            <a:r>
              <a:rPr lang="en-ID" b="1" dirty="0" err="1"/>
              <a:t>distribusi</a:t>
            </a:r>
            <a:r>
              <a:rPr lang="en-ID" b="1" dirty="0"/>
              <a:t> </a:t>
            </a:r>
            <a:r>
              <a:rPr lang="en-ID" b="1" dirty="0" err="1"/>
              <a:t>peluang</a:t>
            </a:r>
            <a:r>
              <a:rPr lang="en-ID" b="1" dirty="0"/>
              <a:t> yang paling </a:t>
            </a:r>
            <a:r>
              <a:rPr lang="en-ID" b="1" dirty="0" err="1"/>
              <a:t>sesuai</a:t>
            </a:r>
            <a:r>
              <a:rPr lang="en-ID" dirty="0"/>
              <a:t>, </a:t>
            </a:r>
            <a:r>
              <a:rPr lang="en-ID" dirty="0" err="1"/>
              <a:t>misalnya</a:t>
            </a:r>
            <a:r>
              <a:rPr lang="en-ID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Poisson (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kejadian</a:t>
            </a:r>
            <a:r>
              <a:rPr lang="en-ID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Eksponensial</a:t>
            </a:r>
            <a:r>
              <a:rPr lang="en-ID" dirty="0"/>
              <a:t> (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kedatangan</a:t>
            </a:r>
            <a:r>
              <a:rPr lang="en-ID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Binomial (</a:t>
            </a:r>
            <a:r>
              <a:rPr lang="en-ID" dirty="0" err="1"/>
              <a:t>sukses</a:t>
            </a:r>
            <a:r>
              <a:rPr lang="en-ID" dirty="0"/>
              <a:t>/</a:t>
            </a:r>
            <a:r>
              <a:rPr lang="en-ID" dirty="0" err="1"/>
              <a:t>gagal</a:t>
            </a:r>
            <a:r>
              <a:rPr lang="en-ID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Normal (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kontinu</a:t>
            </a:r>
            <a:r>
              <a:rPr lang="en-ID" dirty="0"/>
              <a:t> </a:t>
            </a:r>
            <a:r>
              <a:rPr lang="en-ID" dirty="0" err="1"/>
              <a:t>simetris</a:t>
            </a:r>
            <a:r>
              <a:rPr lang="en-ID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Uniform (</a:t>
            </a:r>
            <a:r>
              <a:rPr lang="en-ID" dirty="0" err="1"/>
              <a:t>jika</a:t>
            </a:r>
            <a:r>
              <a:rPr lang="en-ID" dirty="0"/>
              <a:t> data </a:t>
            </a:r>
            <a:r>
              <a:rPr lang="en-ID" dirty="0" err="1"/>
              <a:t>acak</a:t>
            </a:r>
            <a:r>
              <a:rPr lang="en-ID" dirty="0"/>
              <a:t> </a:t>
            </a:r>
            <a:r>
              <a:rPr lang="en-ID" dirty="0" err="1"/>
              <a:t>merata</a:t>
            </a:r>
            <a:r>
              <a:rPr lang="en-ID" dirty="0"/>
              <a:t>)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49154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5AAB9C-27B0-4DE8-930C-CAEA2A5DF5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7663" y="1179056"/>
            <a:ext cx="11162928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</a:t>
            </a: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Simulasi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Random Process: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Implementasikan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simulasi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acak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distribusi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dipilih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Gunakan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pustaka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numpy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random,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scipy.stats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Lakukan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simulasi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minimal </a:t>
            </a:r>
            <a:r>
              <a:rPr lang="en-US" altLang="en-US" sz="2600" b="1" dirty="0"/>
              <a:t>3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 </a:t>
            </a: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iterasi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Visualisasikan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hasil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simulasi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(histogram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grafik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tren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</a:t>
            </a: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Analisis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Hasil: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Bandingkan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nilai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rata-rata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hasil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simulasi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dengan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nilai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teoritis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distribusinya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Jelaskan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bagaimana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distribusi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tersebut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memodelkan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sistem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secara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realistis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Berikan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refleksi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bagaimana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hasil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bisa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berubah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jika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distribusi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lain?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20398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5AAB9C-27B0-4DE8-930C-CAEA2A5DF5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7663" y="1676628"/>
            <a:ext cx="11320596" cy="3498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D" b="1" dirty="0">
                <a:solidFill>
                  <a:srgbClr val="FF0000"/>
                </a:solidFill>
              </a:rPr>
              <a:t>📌</a:t>
            </a:r>
            <a:r>
              <a:rPr lang="en-ID" b="1" dirty="0"/>
              <a:t> Output </a:t>
            </a:r>
            <a:r>
              <a:rPr lang="en-ID" b="1" dirty="0" err="1"/>
              <a:t>Tugas</a:t>
            </a:r>
            <a:r>
              <a:rPr lang="en-ID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Notebook 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Laporan</a:t>
            </a:r>
            <a:r>
              <a:rPr lang="en-ID" b="1" dirty="0"/>
              <a:t> PDF (2–4 </a:t>
            </a:r>
            <a:r>
              <a:rPr lang="en-ID" b="1" dirty="0" err="1"/>
              <a:t>halaman</a:t>
            </a:r>
            <a:r>
              <a:rPr lang="en-ID" b="1" dirty="0"/>
              <a:t>)</a:t>
            </a:r>
            <a:r>
              <a:rPr lang="en-ID" dirty="0"/>
              <a:t> yang </a:t>
            </a:r>
            <a:r>
              <a:rPr lang="en-ID" dirty="0" err="1"/>
              <a:t>memuat</a:t>
            </a:r>
            <a:r>
              <a:rPr lang="en-ID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Penjelasan</a:t>
            </a:r>
            <a:r>
              <a:rPr lang="en-ID" dirty="0"/>
              <a:t> </a:t>
            </a:r>
            <a:r>
              <a:rPr lang="en-ID" dirty="0" err="1"/>
              <a:t>studi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dan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acak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Alasan</a:t>
            </a:r>
            <a:r>
              <a:rPr lang="en-ID" dirty="0"/>
              <a:t> </a:t>
            </a:r>
            <a:r>
              <a:rPr lang="en-ID" dirty="0" err="1"/>
              <a:t>pemilihan</a:t>
            </a:r>
            <a:r>
              <a:rPr lang="en-ID" dirty="0"/>
              <a:t> </a:t>
            </a:r>
            <a:r>
              <a:rPr lang="en-ID" dirty="0" err="1"/>
              <a:t>distribusi</a:t>
            </a:r>
            <a:r>
              <a:rPr lang="en-ID" dirty="0"/>
              <a:t> </a:t>
            </a:r>
            <a:r>
              <a:rPr lang="en-ID" dirty="0" err="1"/>
              <a:t>peluang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Hasil </a:t>
            </a:r>
            <a:r>
              <a:rPr lang="en-ID" dirty="0" err="1"/>
              <a:t>simulasi</a:t>
            </a:r>
            <a:r>
              <a:rPr lang="en-ID" dirty="0"/>
              <a:t> dan </a:t>
            </a:r>
            <a:r>
              <a:rPr lang="en-ID" dirty="0" err="1"/>
              <a:t>analisis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Grafik</a:t>
            </a:r>
            <a:r>
              <a:rPr lang="en-ID" dirty="0"/>
              <a:t>/</a:t>
            </a:r>
            <a:r>
              <a:rPr lang="en-ID" dirty="0" err="1"/>
              <a:t>visualisasi</a:t>
            </a:r>
            <a:r>
              <a:rPr lang="en-ID" dirty="0"/>
              <a:t> data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simulasi</a:t>
            </a:r>
            <a:endParaRPr lang="en-ID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0156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230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2025-04-09T03:58:10Z</dcterms:created>
  <dcterms:modified xsi:type="dcterms:W3CDTF">2025-04-09T04:00:44Z</dcterms:modified>
</cp:coreProperties>
</file>